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2A579-7FFD-1779-06DD-FD1B480E0B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8F1876-9D35-5793-D557-8ACDFE1681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E8908-5865-98BE-3459-3FBB18975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2E0A7-76D3-4228-844E-86A94E38279B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58EEB-CE84-F2A0-6B04-E431BA988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6ECBE-55DA-02EE-7E09-8FB865AC0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FB3C-04AD-4881-89F5-9CC037E307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112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6E024-4C2E-47FA-DAE0-5A976FB3C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B524A-A00E-5FBE-7B3D-589ED7839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9F3DF-2B6D-E73A-0088-62057BAA6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2E0A7-76D3-4228-844E-86A94E38279B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B96ED-8726-62B3-64ED-0EF4E3B66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9EDD2-F8AE-AA6A-F305-ACD561F63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FB3C-04AD-4881-89F5-9CC037E307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904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24FF3-6671-732C-E109-DFE091D4F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4396EC-F039-9494-D573-BCB7F4035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C0DBF-0454-AF42-2BBF-8E7EA95F2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2E0A7-76D3-4228-844E-86A94E38279B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3AA8C-D6CD-AF68-425D-8A8345824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45B0B-4197-2881-48E9-9081B385F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FB3C-04AD-4881-89F5-9CC037E307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808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7D269-45B4-BCF1-30E8-CD52445BA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3BBF1-5154-4F25-E23C-F576F93181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BAE691-6B8F-7462-910D-3746A20C6C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6248B2-F517-2F64-7BE8-57293D595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2E0A7-76D3-4228-844E-86A94E38279B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99AEB8-E823-A35A-570F-C44B24FE9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F60954-72CE-4B9E-FB6D-58E7E38E1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FB3C-04AD-4881-89F5-9CC037E307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0176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4AB14-A5E7-C80F-4D7B-8C75E2EDD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922B1C-E776-867D-4779-59703078A0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A68BB4-AFB2-63C5-2180-03B6AEEA41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E1EC0E-012D-8A48-01DE-1F4D7C7ECC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0C78ED-EADB-38C9-7625-7585C14B8F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EFC92A-3C11-B8AB-7B48-B779618D7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2E0A7-76D3-4228-844E-86A94E38279B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3F3767-DAC4-F13D-58CD-AFD949871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E281F3-E477-6001-C3BB-8ECF5B665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FB3C-04AD-4881-89F5-9CC037E307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5087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D7AA3-AFE9-6BBE-53EE-48BD881AB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559CB9-15B1-F49F-2CF3-C14D975C5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2E0A7-76D3-4228-844E-86A94E38279B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F22A79-E88C-0831-DC7C-B7F1A470A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ACCE04-EC81-B43A-C07B-458223898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FB3C-04AD-4881-89F5-9CC037E307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9127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86F5AF-0FF9-44B4-C9E8-8AE459D41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2E0A7-76D3-4228-844E-86A94E38279B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EFC0AD-B28A-8FB5-41EC-87F952718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08B6B-33C1-56B2-C934-E7BA1080C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FB3C-04AD-4881-89F5-9CC037E307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942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A1A8D-F3AD-5CE2-CB6B-6AEEF1D6A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0CC5D-3E7A-6F60-9D79-9D2BE3291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E21382-C9D5-3B93-AD1F-B3E4D9A4CD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7B2B0E-1743-E7BF-71D8-8E083D446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2E0A7-76D3-4228-844E-86A94E38279B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B650F6-EA53-A46A-008D-747CC746E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3FD1E-CBB4-8716-835B-E45976FA5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FB3C-04AD-4881-89F5-9CC037E307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657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BD6F6-D1C5-D34F-FDC4-1B5D74C5D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69B9BA-946B-E876-5131-410414DEDB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9476D-BACE-F4D4-1F8F-02021EBDED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1D285-5C65-AD6B-1F1E-05F57A160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2E0A7-76D3-4228-844E-86A94E38279B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F67B1C-4265-5AF0-5FA2-4963A9C7B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0AA2E8-893B-D77D-D3FD-CD27AB061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FB3C-04AD-4881-89F5-9CC037E307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022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F0A32-A777-F965-B672-3B2255968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EBA2E9-D798-D0A4-0E62-CC7B076946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45002-6577-EBE4-E617-943B1DFEC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2E0A7-76D3-4228-844E-86A94E38279B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DA963-CFB3-BAA5-6902-D6809AACC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B7C47-E6D1-685A-A26F-39FF42232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FB3C-04AD-4881-89F5-9CC037E307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424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0921AA-3E8A-5C2F-BCCD-AFCB426F47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3F4A09-95FB-6BD9-9544-9A40DFFF27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DA85C-04B6-A346-6922-E18A1D633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2E0A7-76D3-4228-844E-86A94E38279B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EFFC9-69DF-316E-BDF6-A6D10270D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9D016-9E0F-EAD5-549C-77826406B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FB3C-04AD-4881-89F5-9CC037E307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8814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B5A4AA-93C0-E120-8F5F-8CACAB29E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989DC-1E61-1F7C-C36B-D058AA247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90159-3CA7-2225-2151-2E47C84CB9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2E0A7-76D3-4228-844E-86A94E38279B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B84F8-EDC0-9F58-6D6C-21E74407C7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D520A-1E5E-2273-F5E4-E79F918547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41FB3C-04AD-4881-89F5-9CC037E307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206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A1FDA-3F29-6530-4947-287431BE1D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9871" y="1042220"/>
            <a:ext cx="10097729" cy="2074606"/>
          </a:xfrm>
        </p:spPr>
        <p:txBody>
          <a:bodyPr/>
          <a:lstStyle/>
          <a:p>
            <a:r>
              <a:rPr lang="en-US" b="1" i="1" dirty="0"/>
              <a:t>ZUDIO- Retail Sales Data Analytics Project</a:t>
            </a:r>
            <a:endParaRPr lang="en-IN" b="1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7BA0E3-B687-CEC8-E6A2-AA9ED1E72E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29549"/>
            <a:ext cx="9753600" cy="1887794"/>
          </a:xfrm>
        </p:spPr>
        <p:txBody>
          <a:bodyPr>
            <a:normAutofit/>
          </a:bodyPr>
          <a:lstStyle/>
          <a:p>
            <a:r>
              <a:rPr lang="en-US" b="1" dirty="0"/>
              <a:t>Tools Used - </a:t>
            </a:r>
            <a:r>
              <a:rPr lang="en-US" dirty="0"/>
              <a:t>Python, Pandas , Matplotlib , Power BI , Tableau</a:t>
            </a:r>
          </a:p>
          <a:p>
            <a:endParaRPr lang="en-US" dirty="0"/>
          </a:p>
          <a:p>
            <a:r>
              <a:rPr lang="en-US" dirty="0"/>
              <a:t>                                                                                                            </a:t>
            </a:r>
            <a:r>
              <a:rPr lang="en-IN" b="1" dirty="0"/>
              <a:t>Prepared By</a:t>
            </a:r>
          </a:p>
          <a:p>
            <a:r>
              <a:rPr lang="en-IN" dirty="0"/>
              <a:t>                                                                                                   Surya 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5761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A3C84-0DE1-D0F7-579E-035698EFF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843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52B3A-D13A-2877-92B9-AB5D3EDFB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3562"/>
            <a:ext cx="10980174" cy="5663380"/>
          </a:xfrm>
        </p:spPr>
        <p:txBody>
          <a:bodyPr>
            <a:normAutofit/>
          </a:bodyPr>
          <a:lstStyle/>
          <a:p>
            <a:r>
              <a:rPr lang="en-US" sz="2400" dirty="0"/>
              <a:t>This project focuses on analyzing  ZUDIO- retail sales data to understand:</a:t>
            </a:r>
          </a:p>
          <a:p>
            <a:r>
              <a:rPr lang="en-US" sz="2400" dirty="0"/>
              <a:t>Sales performance </a:t>
            </a:r>
          </a:p>
          <a:p>
            <a:r>
              <a:rPr lang="en-US" sz="2400" dirty="0"/>
              <a:t>Product performance </a:t>
            </a:r>
          </a:p>
          <a:p>
            <a:r>
              <a:rPr lang="en-US" sz="2400" dirty="0"/>
              <a:t>Regional trends </a:t>
            </a:r>
          </a:p>
          <a:p>
            <a:r>
              <a:rPr lang="en-US" sz="2400" dirty="0"/>
              <a:t>Revenue generation </a:t>
            </a:r>
          </a:p>
          <a:p>
            <a:r>
              <a:rPr lang="en-US" sz="2400" dirty="0"/>
              <a:t>Profitability patterns </a:t>
            </a:r>
          </a:p>
          <a:p>
            <a:pPr marL="0" indent="0">
              <a:buNone/>
            </a:pPr>
            <a:r>
              <a:rPr lang="en-US" sz="2400" b="1" dirty="0"/>
              <a:t>The project combines:</a:t>
            </a:r>
          </a:p>
          <a:p>
            <a:r>
              <a:rPr lang="en-US" sz="2400" dirty="0"/>
              <a:t>Python for data cleaning and EDA </a:t>
            </a:r>
          </a:p>
          <a:p>
            <a:r>
              <a:rPr lang="en-US" sz="2400" dirty="0"/>
              <a:t>Power BI for dashboard creation </a:t>
            </a:r>
          </a:p>
          <a:p>
            <a:r>
              <a:rPr lang="en-US" sz="2400" dirty="0"/>
              <a:t>Tableau for storytelling and business insights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973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E66F8-7BD9-EDB9-7469-339861130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1228"/>
            <a:ext cx="10515600" cy="59485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8CAD7-FF02-E05A-B434-130712BD3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6078"/>
            <a:ext cx="10901516" cy="582069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dirty="0"/>
              <a:t>Retail businesses often struggle to identify:</a:t>
            </a:r>
          </a:p>
          <a:p>
            <a:r>
              <a:rPr lang="en-US" sz="2600" dirty="0"/>
              <a:t>Which products generate maximum revenue </a:t>
            </a:r>
          </a:p>
          <a:p>
            <a:r>
              <a:rPr lang="en-US" sz="2600" dirty="0"/>
              <a:t>Which regions perform poorly </a:t>
            </a:r>
          </a:p>
          <a:p>
            <a:r>
              <a:rPr lang="en-US" sz="2600" dirty="0"/>
              <a:t>Seasonal sales trends </a:t>
            </a:r>
          </a:p>
          <a:p>
            <a:r>
              <a:rPr lang="en-US" sz="2600" dirty="0"/>
              <a:t>Profitability across products </a:t>
            </a:r>
          </a:p>
          <a:p>
            <a:r>
              <a:rPr lang="en-US" sz="2600" dirty="0"/>
              <a:t>Hidden patterns in customer purchasing behavior </a:t>
            </a:r>
          </a:p>
          <a:p>
            <a:endParaRPr lang="en-US" sz="2600" dirty="0"/>
          </a:p>
          <a:p>
            <a:pPr marL="0" indent="0">
              <a:buNone/>
            </a:pPr>
            <a:r>
              <a:rPr lang="en-US" sz="2600" dirty="0"/>
              <a:t>Without proper analysis, businesses may face:</a:t>
            </a:r>
          </a:p>
          <a:p>
            <a:r>
              <a:rPr lang="en-US" sz="2600" dirty="0"/>
              <a:t>Poor inventory decisions </a:t>
            </a:r>
          </a:p>
          <a:p>
            <a:r>
              <a:rPr lang="en-US" sz="2600" dirty="0"/>
              <a:t>Revenue loss </a:t>
            </a:r>
          </a:p>
          <a:p>
            <a:r>
              <a:rPr lang="en-US" sz="2600" dirty="0"/>
              <a:t>Low profit margins </a:t>
            </a:r>
          </a:p>
          <a:p>
            <a:r>
              <a:rPr lang="en-US" sz="2600" dirty="0"/>
              <a:t>Weak regional performance </a:t>
            </a:r>
          </a:p>
          <a:p>
            <a:pPr marL="0" indent="0">
              <a:buNone/>
            </a:pPr>
            <a:r>
              <a:rPr lang="en-US" sz="2600" dirty="0"/>
              <a:t>This project aims to solve these challenges using data analytics and visualization techniques.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3997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D72CA-1181-18B4-59B6-AF3DF5174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303"/>
            <a:ext cx="10515600" cy="639097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95C2C-FE13-C9BC-3F85-61F4F76D5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3226"/>
            <a:ext cx="10822858" cy="5599471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The main objectives of this project are:</a:t>
            </a:r>
          </a:p>
          <a:p>
            <a:r>
              <a:rPr lang="en-US" sz="2400" dirty="0"/>
              <a:t>Clean and preprocess raw sales data </a:t>
            </a:r>
          </a:p>
          <a:p>
            <a:r>
              <a:rPr lang="en-US" sz="2400" dirty="0"/>
              <a:t>Analyze monthly sales and revenue trends </a:t>
            </a:r>
          </a:p>
          <a:p>
            <a:r>
              <a:rPr lang="en-US" sz="2400" dirty="0"/>
              <a:t>Identify top and bottom-performing products </a:t>
            </a:r>
          </a:p>
          <a:p>
            <a:r>
              <a:rPr lang="en-US" sz="2400" dirty="0"/>
              <a:t>Analyze regional sales performance </a:t>
            </a:r>
          </a:p>
          <a:p>
            <a:r>
              <a:rPr lang="en-US" sz="2400" dirty="0"/>
              <a:t>Calculate profitability metrics </a:t>
            </a:r>
          </a:p>
          <a:p>
            <a:r>
              <a:rPr lang="en-US" sz="2400" dirty="0"/>
              <a:t>Build interactive dashboards for decision-making </a:t>
            </a:r>
          </a:p>
          <a:p>
            <a:r>
              <a:rPr lang="en-US" sz="2400" dirty="0"/>
              <a:t>Create business storytelling dashboards using Tableau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6439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A4162-29E8-F772-172C-103A2571D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5472"/>
            <a:ext cx="10515600" cy="619432"/>
          </a:xfrm>
        </p:spPr>
        <p:txBody>
          <a:bodyPr>
            <a:normAutofit/>
          </a:bodyPr>
          <a:lstStyle/>
          <a:p>
            <a:r>
              <a:rPr lang="en-IN" sz="3200" b="1" dirty="0"/>
              <a:t>Python Data Cleaning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232C0-7DC6-ACF7-CE91-DD7886F07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3226"/>
            <a:ext cx="10515600" cy="519373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400" b="1" dirty="0"/>
              <a:t>Steps Performed:</a:t>
            </a:r>
          </a:p>
          <a:p>
            <a:r>
              <a:rPr lang="en-US" sz="2400" dirty="0"/>
              <a:t>Checked missing values </a:t>
            </a:r>
          </a:p>
          <a:p>
            <a:r>
              <a:rPr lang="en-US" sz="2400" dirty="0"/>
              <a:t>Filled null values in security features </a:t>
            </a:r>
          </a:p>
          <a:p>
            <a:r>
              <a:rPr lang="en-US" sz="2400" dirty="0"/>
              <a:t>Converted order date into datetime format </a:t>
            </a:r>
          </a:p>
          <a:p>
            <a:r>
              <a:rPr lang="en-US" sz="2400" dirty="0"/>
              <a:t>Created new columns like Revenue , Month ,Year ,Day , Profit ratio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600" b="1" dirty="0"/>
              <a:t>Exploratory Data Analysis &amp; Data Visualization:</a:t>
            </a:r>
          </a:p>
          <a:p>
            <a:r>
              <a:rPr lang="en-US" sz="2600" dirty="0"/>
              <a:t>Monthly Revenue Trend </a:t>
            </a:r>
          </a:p>
          <a:p>
            <a:r>
              <a:rPr lang="en-US" sz="2600" dirty="0"/>
              <a:t>Sales Distribution </a:t>
            </a:r>
          </a:p>
          <a:p>
            <a:r>
              <a:rPr lang="en-US" sz="2600" dirty="0"/>
              <a:t>Correlation Heatmap 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b="1" dirty="0"/>
              <a:t>Purpose of EDA:</a:t>
            </a:r>
          </a:p>
          <a:p>
            <a:r>
              <a:rPr lang="en-US" sz="2600" dirty="0"/>
              <a:t>Understand sales behavior </a:t>
            </a:r>
          </a:p>
          <a:p>
            <a:r>
              <a:rPr lang="en-US" sz="2600" dirty="0"/>
              <a:t>Identify patterns and trends </a:t>
            </a:r>
          </a:p>
          <a:p>
            <a:r>
              <a:rPr lang="en-US" sz="2600" dirty="0"/>
              <a:t>Detect relationships between variables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6610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93BD5-F7CC-8417-D6D1-240CDF299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176981"/>
            <a:ext cx="10744200" cy="521109"/>
          </a:xfrm>
        </p:spPr>
        <p:txBody>
          <a:bodyPr>
            <a:noAutofit/>
          </a:bodyPr>
          <a:lstStyle/>
          <a:p>
            <a:r>
              <a:rPr lang="en-IN" sz="3600" b="1" dirty="0"/>
              <a:t>Power BI Dashboard -SALES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F530AE-8329-960F-EFE8-DA513AA613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1" y="766916"/>
            <a:ext cx="8544232" cy="59141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E989B6-26B2-9F4A-902A-4B2B8016A5B2}"/>
              </a:ext>
            </a:extLst>
          </p:cNvPr>
          <p:cNvSpPr txBox="1"/>
          <p:nvPr/>
        </p:nvSpPr>
        <p:spPr>
          <a:xfrm>
            <a:off x="9252155" y="766916"/>
            <a:ext cx="269404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FINDINGS:</a:t>
            </a:r>
          </a:p>
          <a:p>
            <a:endParaRPr lang="en-US" b="1" dirty="0"/>
          </a:p>
          <a:p>
            <a:r>
              <a:rPr lang="en-US" b="1" dirty="0"/>
              <a:t>1.SALES TREND BY        MONTH</a:t>
            </a:r>
          </a:p>
          <a:p>
            <a:r>
              <a:rPr lang="en-US" b="1" dirty="0"/>
              <a:t>August</a:t>
            </a:r>
            <a:r>
              <a:rPr lang="en-US" dirty="0"/>
              <a:t> month has highest sales of </a:t>
            </a:r>
            <a:r>
              <a:rPr lang="en-US" b="1" dirty="0"/>
              <a:t>₹5.8m</a:t>
            </a:r>
          </a:p>
          <a:p>
            <a:r>
              <a:rPr lang="en-US" dirty="0"/>
              <a:t>While </a:t>
            </a:r>
            <a:r>
              <a:rPr lang="en-US" b="1" dirty="0"/>
              <a:t>June</a:t>
            </a:r>
            <a:r>
              <a:rPr lang="en-US" dirty="0"/>
              <a:t> month has low sales of </a:t>
            </a:r>
            <a:r>
              <a:rPr lang="en-US" b="1" dirty="0"/>
              <a:t>₹5.1m</a:t>
            </a:r>
          </a:p>
          <a:p>
            <a:endParaRPr lang="en-US" dirty="0"/>
          </a:p>
          <a:p>
            <a:r>
              <a:rPr lang="en-US" b="1" dirty="0"/>
              <a:t>2.SALES TREND BY DAY</a:t>
            </a:r>
          </a:p>
          <a:p>
            <a:r>
              <a:rPr lang="en-US" dirty="0"/>
              <a:t> </a:t>
            </a:r>
            <a:r>
              <a:rPr lang="en-US" b="1" dirty="0"/>
              <a:t>Thursday</a:t>
            </a:r>
            <a:r>
              <a:rPr lang="en-US" dirty="0"/>
              <a:t> has highest sales of ₹9.4m in a week </a:t>
            </a:r>
          </a:p>
          <a:p>
            <a:r>
              <a:rPr lang="en-US" dirty="0"/>
              <a:t>And </a:t>
            </a:r>
            <a:r>
              <a:rPr lang="en-US" b="1" dirty="0"/>
              <a:t>Saturday</a:t>
            </a:r>
            <a:r>
              <a:rPr lang="en-US" dirty="0"/>
              <a:t> has low sales of </a:t>
            </a:r>
            <a:r>
              <a:rPr lang="en-US" b="1" dirty="0"/>
              <a:t>₹8.43m</a:t>
            </a:r>
          </a:p>
          <a:p>
            <a:endParaRPr lang="en-US" b="1" dirty="0"/>
          </a:p>
          <a:p>
            <a:r>
              <a:rPr lang="en-US" b="1" dirty="0"/>
              <a:t>3.CUSTOMER SALES</a:t>
            </a:r>
          </a:p>
          <a:p>
            <a:r>
              <a:rPr lang="en-US" b="1" dirty="0"/>
              <a:t>Jonathan brown </a:t>
            </a:r>
            <a:r>
              <a:rPr lang="en-US" dirty="0"/>
              <a:t>makes</a:t>
            </a:r>
            <a:r>
              <a:rPr lang="en-US" b="1" dirty="0"/>
              <a:t> </a:t>
            </a:r>
            <a:r>
              <a:rPr lang="en-US" dirty="0"/>
              <a:t>highest purchase of </a:t>
            </a:r>
            <a:r>
              <a:rPr lang="en-US" b="1" dirty="0"/>
              <a:t>₹52k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025529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95E99-5F6B-34B9-AAD9-427470776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774" y="255640"/>
            <a:ext cx="11287432" cy="462116"/>
          </a:xfrm>
        </p:spPr>
        <p:txBody>
          <a:bodyPr>
            <a:noAutofit/>
          </a:bodyPr>
          <a:lstStyle/>
          <a:p>
            <a:r>
              <a:rPr lang="en-US" sz="3600" b="1" dirty="0"/>
              <a:t>POWER BI DASHBOARD-PRODUCT PERFORMANCE</a:t>
            </a:r>
            <a:endParaRPr lang="en-IN" sz="36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810C66-60D6-43A5-6D19-10E839D805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845574"/>
            <a:ext cx="7728156" cy="57568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E858B1-1D29-03E4-D367-AD47AD868EC6}"/>
              </a:ext>
            </a:extLst>
          </p:cNvPr>
          <p:cNvSpPr txBox="1"/>
          <p:nvPr/>
        </p:nvSpPr>
        <p:spPr>
          <a:xfrm>
            <a:off x="8445910" y="845574"/>
            <a:ext cx="3382295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FINDINGS:</a:t>
            </a:r>
          </a:p>
          <a:p>
            <a:r>
              <a:rPr lang="en-US" b="1" dirty="0"/>
              <a:t>1.Kids </a:t>
            </a:r>
            <a:r>
              <a:rPr lang="en-US" dirty="0"/>
              <a:t>category has highest sales of </a:t>
            </a:r>
            <a:r>
              <a:rPr lang="en-US" b="1" dirty="0"/>
              <a:t>₹21m </a:t>
            </a:r>
            <a:r>
              <a:rPr lang="en-US" dirty="0"/>
              <a:t>and  more than </a:t>
            </a:r>
            <a:r>
              <a:rPr lang="en-US" b="1" dirty="0"/>
              <a:t>12k </a:t>
            </a:r>
            <a:r>
              <a:rPr lang="en-US" dirty="0"/>
              <a:t>of</a:t>
            </a:r>
            <a:r>
              <a:rPr lang="en-US" b="1" dirty="0"/>
              <a:t> </a:t>
            </a:r>
            <a:r>
              <a:rPr lang="en-US" dirty="0"/>
              <a:t>quantity sold </a:t>
            </a:r>
            <a:endParaRPr lang="en-US" b="1" dirty="0"/>
          </a:p>
          <a:p>
            <a:r>
              <a:rPr lang="en-US" dirty="0"/>
              <a:t>and </a:t>
            </a:r>
            <a:r>
              <a:rPr lang="en-US" b="1" dirty="0"/>
              <a:t>Men</a:t>
            </a:r>
            <a:r>
              <a:rPr lang="en-US" dirty="0"/>
              <a:t> category has lowest sales of</a:t>
            </a:r>
            <a:r>
              <a:rPr lang="en-US" b="1" dirty="0"/>
              <a:t> ₹20m </a:t>
            </a:r>
            <a:r>
              <a:rPr lang="en-US" dirty="0"/>
              <a:t>and </a:t>
            </a:r>
            <a:r>
              <a:rPr lang="en-US" b="1" dirty="0"/>
              <a:t>11k </a:t>
            </a:r>
            <a:r>
              <a:rPr lang="en-US" dirty="0"/>
              <a:t>of</a:t>
            </a:r>
            <a:r>
              <a:rPr lang="en-US" b="1" dirty="0"/>
              <a:t>  </a:t>
            </a:r>
            <a:r>
              <a:rPr lang="en-US" dirty="0"/>
              <a:t>quantity sold </a:t>
            </a:r>
            <a:endParaRPr lang="en-US" b="1" dirty="0"/>
          </a:p>
          <a:p>
            <a:endParaRPr lang="en-US" b="1" dirty="0"/>
          </a:p>
          <a:p>
            <a:r>
              <a:rPr lang="en-US" b="1" dirty="0"/>
              <a:t>2.TOP PRODUCTS:</a:t>
            </a:r>
          </a:p>
          <a:p>
            <a:r>
              <a:rPr lang="en-US" b="1" dirty="0"/>
              <a:t> -DRESSES </a:t>
            </a:r>
            <a:r>
              <a:rPr lang="en-US" dirty="0"/>
              <a:t>has</a:t>
            </a:r>
            <a:r>
              <a:rPr lang="en-US" b="1" dirty="0"/>
              <a:t> </a:t>
            </a:r>
            <a:r>
              <a:rPr lang="en-US" dirty="0"/>
              <a:t>sales of 5.9m</a:t>
            </a:r>
          </a:p>
          <a:p>
            <a:r>
              <a:rPr lang="en-US" b="1" dirty="0"/>
              <a:t> -SKIRTS </a:t>
            </a:r>
            <a:r>
              <a:rPr lang="en-US" dirty="0"/>
              <a:t>has</a:t>
            </a:r>
            <a:r>
              <a:rPr lang="en-US" b="1" dirty="0"/>
              <a:t> </a:t>
            </a:r>
            <a:r>
              <a:rPr lang="en-US" dirty="0"/>
              <a:t>sales of 5.8m</a:t>
            </a:r>
          </a:p>
          <a:p>
            <a:r>
              <a:rPr lang="en-US" dirty="0"/>
              <a:t> </a:t>
            </a:r>
            <a:r>
              <a:rPr lang="en-US" b="1" dirty="0"/>
              <a:t>-PANTS </a:t>
            </a:r>
            <a:r>
              <a:rPr lang="en-US" dirty="0"/>
              <a:t>has</a:t>
            </a:r>
            <a:r>
              <a:rPr lang="en-US" b="1" dirty="0"/>
              <a:t> </a:t>
            </a:r>
            <a:r>
              <a:rPr lang="en-US" dirty="0"/>
              <a:t>sales of 5.8m</a:t>
            </a:r>
          </a:p>
          <a:p>
            <a:r>
              <a:rPr lang="en-US" dirty="0"/>
              <a:t> </a:t>
            </a:r>
            <a:r>
              <a:rPr lang="en-US" b="1" dirty="0"/>
              <a:t>-SWEATERS </a:t>
            </a:r>
            <a:r>
              <a:rPr lang="en-US" dirty="0"/>
              <a:t>has</a:t>
            </a:r>
            <a:r>
              <a:rPr lang="en-US" b="1" dirty="0"/>
              <a:t> </a:t>
            </a:r>
            <a:r>
              <a:rPr lang="en-US" dirty="0"/>
              <a:t>sales of 5.8m</a:t>
            </a:r>
          </a:p>
          <a:p>
            <a:r>
              <a:rPr lang="en-US" dirty="0"/>
              <a:t> </a:t>
            </a:r>
            <a:r>
              <a:rPr lang="en-US" b="1" dirty="0"/>
              <a:t>-JACKETS </a:t>
            </a:r>
            <a:r>
              <a:rPr lang="en-US" dirty="0"/>
              <a:t>has sales of 5.8m</a:t>
            </a:r>
          </a:p>
          <a:p>
            <a:endParaRPr lang="en-US" dirty="0"/>
          </a:p>
          <a:p>
            <a:r>
              <a:rPr lang="en-US" b="1" dirty="0"/>
              <a:t>3. BOTTOM PRODUCTS:</a:t>
            </a:r>
          </a:p>
          <a:p>
            <a:r>
              <a:rPr lang="en-US" b="1" dirty="0"/>
              <a:t> -HOODIES</a:t>
            </a:r>
          </a:p>
          <a:p>
            <a:r>
              <a:rPr lang="en-US" b="1" dirty="0"/>
              <a:t> -T-SHIRTS</a:t>
            </a:r>
          </a:p>
          <a:p>
            <a:r>
              <a:rPr lang="en-US" b="1" dirty="0"/>
              <a:t> -TOPS</a:t>
            </a:r>
          </a:p>
          <a:p>
            <a:r>
              <a:rPr lang="en-US" b="1" dirty="0"/>
              <a:t> -JEANS</a:t>
            </a:r>
          </a:p>
          <a:p>
            <a:r>
              <a:rPr lang="en-US" b="1" dirty="0"/>
              <a:t> -SHOES</a:t>
            </a:r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38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6239D-E4E8-F629-746B-747C229AE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943" y="206477"/>
            <a:ext cx="11139946" cy="658763"/>
          </a:xfrm>
        </p:spPr>
        <p:txBody>
          <a:bodyPr>
            <a:normAutofit/>
          </a:bodyPr>
          <a:lstStyle/>
          <a:p>
            <a:r>
              <a:rPr lang="en-US" sz="3600" b="1" dirty="0"/>
              <a:t>POWER BI DASHBOARD-REGIONAL PERFORMANCE</a:t>
            </a:r>
            <a:endParaRPr lang="en-IN" sz="36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E65589-A4DA-90DC-976C-76E5DFE792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089" y="1012825"/>
            <a:ext cx="8082117" cy="55356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289E3F-EE14-770C-02EE-FF42B5FD9CAA}"/>
              </a:ext>
            </a:extLst>
          </p:cNvPr>
          <p:cNvSpPr txBox="1"/>
          <p:nvPr/>
        </p:nvSpPr>
        <p:spPr>
          <a:xfrm>
            <a:off x="8898194" y="1012825"/>
            <a:ext cx="317581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FINDINGS:</a:t>
            </a:r>
          </a:p>
          <a:p>
            <a:r>
              <a:rPr lang="en-US" b="1" dirty="0"/>
              <a:t>1.STATES BY REVENUE</a:t>
            </a:r>
          </a:p>
          <a:p>
            <a:r>
              <a:rPr lang="en-US" b="1" dirty="0"/>
              <a:t>  WEST BENGAL </a:t>
            </a:r>
            <a:r>
              <a:rPr lang="en-US" dirty="0"/>
              <a:t>has high</a:t>
            </a:r>
            <a:r>
              <a:rPr lang="en-US" b="1" dirty="0"/>
              <a:t> </a:t>
            </a:r>
            <a:r>
              <a:rPr lang="en-US" dirty="0"/>
              <a:t>revenue of </a:t>
            </a:r>
            <a:r>
              <a:rPr lang="en-US" b="1" dirty="0"/>
              <a:t>₹8.1M and KARNATAKA </a:t>
            </a:r>
            <a:r>
              <a:rPr lang="en-US" dirty="0"/>
              <a:t>has low revenue of </a:t>
            </a:r>
            <a:r>
              <a:rPr lang="en-US" b="1" dirty="0"/>
              <a:t>₹7.6M </a:t>
            </a:r>
          </a:p>
          <a:p>
            <a:endParaRPr lang="en-US" b="1" dirty="0"/>
          </a:p>
          <a:p>
            <a:r>
              <a:rPr lang="en-US" b="1" dirty="0"/>
              <a:t>2.TOP CITIES:</a:t>
            </a:r>
          </a:p>
          <a:p>
            <a:r>
              <a:rPr lang="en-US" b="1" dirty="0"/>
              <a:t> -JAHA </a:t>
            </a:r>
            <a:r>
              <a:rPr lang="en-US" dirty="0"/>
              <a:t>has sales of </a:t>
            </a:r>
            <a:r>
              <a:rPr lang="en-US" b="1" dirty="0"/>
              <a:t>₹1.7m </a:t>
            </a:r>
          </a:p>
          <a:p>
            <a:r>
              <a:rPr lang="en-US" b="1" dirty="0"/>
              <a:t> -MYSURU </a:t>
            </a:r>
            <a:r>
              <a:rPr lang="en-US" dirty="0"/>
              <a:t>has sales of </a:t>
            </a:r>
            <a:r>
              <a:rPr lang="en-US" b="1" dirty="0"/>
              <a:t>₹1.7m</a:t>
            </a:r>
          </a:p>
          <a:p>
            <a:r>
              <a:rPr lang="en-US" b="1" dirty="0"/>
              <a:t> -JAMMU </a:t>
            </a:r>
            <a:r>
              <a:rPr lang="en-US" dirty="0"/>
              <a:t>has sales of </a:t>
            </a:r>
            <a:r>
              <a:rPr lang="en-US" b="1" dirty="0"/>
              <a:t>₹1.7m</a:t>
            </a:r>
          </a:p>
          <a:p>
            <a:r>
              <a:rPr lang="en-US" b="1" dirty="0"/>
              <a:t> -KOLKATA </a:t>
            </a:r>
            <a:r>
              <a:rPr lang="en-US" dirty="0"/>
              <a:t>has sales of </a:t>
            </a:r>
            <a:r>
              <a:rPr lang="en-US" b="1" dirty="0"/>
              <a:t>₹1.6m</a:t>
            </a:r>
          </a:p>
          <a:p>
            <a:r>
              <a:rPr lang="en-US" b="1" dirty="0"/>
              <a:t> -BHOPAL </a:t>
            </a:r>
            <a:r>
              <a:rPr lang="en-US" dirty="0"/>
              <a:t>has sales of </a:t>
            </a:r>
            <a:r>
              <a:rPr lang="en-US" b="1" dirty="0"/>
              <a:t>₹1.6m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620510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D2AE0-F15E-1374-B191-B19CDA992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6423"/>
          </a:xfrm>
        </p:spPr>
        <p:txBody>
          <a:bodyPr>
            <a:normAutofit/>
          </a:bodyPr>
          <a:lstStyle/>
          <a:p>
            <a:r>
              <a:rPr lang="en-IN" sz="3600" b="1" dirty="0"/>
              <a:t>Tableau Storytelling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F04E4-4F49-3EC7-DD17-37F254455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7858"/>
            <a:ext cx="10515600" cy="4879105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Tableau was used to create business stories by highlighting:</a:t>
            </a:r>
          </a:p>
          <a:p>
            <a:r>
              <a:rPr lang="en-US" sz="2400" dirty="0"/>
              <a:t>Top-performing products </a:t>
            </a:r>
          </a:p>
          <a:p>
            <a:r>
              <a:rPr lang="en-US" sz="2400" dirty="0"/>
              <a:t>Bottom-performing products </a:t>
            </a:r>
          </a:p>
          <a:p>
            <a:r>
              <a:rPr lang="en-US" sz="2400" dirty="0"/>
              <a:t>Best-performing regions </a:t>
            </a:r>
          </a:p>
          <a:p>
            <a:r>
              <a:rPr lang="en-US" sz="2400" dirty="0"/>
              <a:t>Weak-performing regions 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Purpose</a:t>
            </a:r>
          </a:p>
          <a:p>
            <a:r>
              <a:rPr lang="en-US" sz="2400" dirty="0"/>
              <a:t>To convert dashboard insights into actionable business decisions using storytelling techniques.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6616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8FA40-E1F9-0237-313F-79C64B435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213" y="207810"/>
            <a:ext cx="10515600" cy="588604"/>
          </a:xfrm>
        </p:spPr>
        <p:txBody>
          <a:bodyPr>
            <a:normAutofit/>
          </a:bodyPr>
          <a:lstStyle/>
          <a:p>
            <a:r>
              <a:rPr lang="en-US" sz="3600" b="1" dirty="0"/>
              <a:t>BUSINESS RECOMMENDATION: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FB10C-5E84-96CE-CCD7-293115232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213" y="796414"/>
            <a:ext cx="11088329" cy="57420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600" b="1" dirty="0"/>
              <a:t>1. Focus on August &amp; Thursday Promotions : </a:t>
            </a:r>
            <a:r>
              <a:rPr lang="en-US" sz="2600" dirty="0"/>
              <a:t>August has peak sales of ₹5.8M and Thursday has highest daily sales of ₹9.4M. Companies should run special offers, flash sales, and discounts during these peak periods to maximize revenue.</a:t>
            </a:r>
          </a:p>
          <a:p>
            <a:pPr marL="0" indent="0">
              <a:buNone/>
            </a:pPr>
            <a:r>
              <a:rPr lang="en-US" sz="2600" b="1" dirty="0"/>
              <a:t>2. Prioritize Kids Category Inventory : </a:t>
            </a:r>
            <a:r>
              <a:rPr lang="en-US" sz="2600" dirty="0"/>
              <a:t>Kids category drives the highest sales of ₹21M. Businesses should ensure proper stock availability and introduce new product lines in this category to maintain growth.</a:t>
            </a:r>
          </a:p>
          <a:p>
            <a:pPr marL="0" indent="0">
              <a:buNone/>
            </a:pPr>
            <a:r>
              <a:rPr lang="en-US" sz="2600" b="1" dirty="0"/>
              <a:t>3. Improve Men's Category Performance :</a:t>
            </a:r>
            <a:r>
              <a:rPr lang="en-US" sz="2600" dirty="0"/>
              <a:t> Men's category has the lowest sales of ₹20M. New designs, targeted marketing campaigns, and pricing strategies should be introduced to boost this category.</a:t>
            </a:r>
          </a:p>
          <a:p>
            <a:pPr marL="0" indent="0">
              <a:buNone/>
            </a:pPr>
            <a:r>
              <a:rPr lang="en-US" sz="2600" b="1" dirty="0"/>
              <a:t>4. Strengthen West Bengal &amp; Expand Weak Regions :</a:t>
            </a:r>
            <a:r>
              <a:rPr lang="en-US" sz="2600" dirty="0"/>
              <a:t> West Bengal leads with ₹8.1M revenue. Marketing budgets should be increased here while Karnataka (₹7.6M) needs regional campaigns and promotions to improve performance.</a:t>
            </a:r>
          </a:p>
          <a:p>
            <a:pPr marL="0" indent="0">
              <a:buNone/>
            </a:pPr>
            <a:r>
              <a:rPr lang="en-US" sz="2600" b="1" dirty="0"/>
              <a:t>5. Revive Bottom Products :</a:t>
            </a:r>
            <a:r>
              <a:rPr lang="en-US" sz="2600" dirty="0"/>
              <a:t> Hoodies, T-Shirts, Tops, Jeans, and Shoes are bottom performers. Businesses should consider bundle offers, discount pricing, or seasonal campaigns to clear stock and improve sales.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3282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713</Words>
  <Application>Microsoft Office PowerPoint</Application>
  <PresentationFormat>Widescreen</PresentationFormat>
  <Paragraphs>115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ZUDIO- Retail Sales Data Analytics Project</vt:lpstr>
      <vt:lpstr>Project Overview</vt:lpstr>
      <vt:lpstr>Problem Statement</vt:lpstr>
      <vt:lpstr>Project Objective</vt:lpstr>
      <vt:lpstr>Python Data Cleaning Process</vt:lpstr>
      <vt:lpstr>Power BI Dashboard -SALES OVERVIEW</vt:lpstr>
      <vt:lpstr>POWER BI DASHBOARD-PRODUCT PERFORMANCE</vt:lpstr>
      <vt:lpstr>POWER BI DASHBOARD-REGIONAL PERFORMANCE</vt:lpstr>
      <vt:lpstr>Tableau Storytelling</vt:lpstr>
      <vt:lpstr>BUSINESS RECOMMENDATION: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Surya. M</dc:creator>
  <cp:lastModifiedBy>Surya. M</cp:lastModifiedBy>
  <cp:revision>3</cp:revision>
  <dcterms:created xsi:type="dcterms:W3CDTF">2026-05-28T14:00:35Z</dcterms:created>
  <dcterms:modified xsi:type="dcterms:W3CDTF">2026-06-01T07:57:11Z</dcterms:modified>
</cp:coreProperties>
</file>